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5871-C7DB-EEFA-F959-462EABA04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47250-A94E-5FC9-D89F-616B64F36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19396-5F5A-3B90-0355-A4A4BC12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1ABF-8802-94E4-58F4-5E5A9254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3C64C-79A0-9B16-927E-9C30FEFD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35AB-1E87-46D6-8051-7AC44233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10246-8472-D5AE-3530-0C2E21E48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307B1-F647-30E1-5B1C-7F9C517E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AB872-4079-E325-C6B6-332E0BD1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242B6-E536-8247-727F-D845CFFA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98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9AF1-C9AF-D6E5-EAA2-E08D5A2F8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FFCFA-CFA1-FAAC-5130-791C6EE04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1A02A-2D95-99B8-12CB-12304599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59303-879D-FC50-757D-37B84310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6A34C-CA50-F219-DC7F-B0DF9FB5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E9CC-2C35-FAC3-1D2B-D59492784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8F58D-6D81-4040-90B1-C22C3DFED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B97B0-D9E3-A476-E88F-440813CE0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8C768-1651-77D3-E4D3-F61D11D3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BACD7-D09C-5C37-7605-3BEA388D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EE658-40E4-BA67-C80A-34DE57E7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83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BF0F-6E98-BDCC-3CB0-97ACCC0A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F4761-B1DF-1019-A472-FDEB3A745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29A97-0E66-1F71-E9AE-E57DFAD04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56AEF-A08D-FC14-5828-9AB8C3D9D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3169E-EDB6-EF3D-0AE8-C3266ECC7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B051E-017A-8AB7-ABC3-3BFBCB5E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823444-108F-6CB5-E7A2-80966D0E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3D4A5-1E3E-BAF8-3BE7-23B471CF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6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BE40-6240-8238-4DF1-F5B839B5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4BA11-8550-7EF3-466A-6FB65C3B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0F511-1E02-3046-474A-B9B74A4CB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29D9F-1F5C-3B03-D7B7-95401F13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CE416-C875-448B-7319-C75D26DD8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02A2B-9213-270C-4D59-3DA2C6109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9AB3D-FB96-19C0-C249-F5D46619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55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158D-FB45-888A-7C65-6BC32BCA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E74B-57B1-E271-2C5F-B38DB672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53582-D80B-E774-307C-E6D52A518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7DFF6-514C-2475-62A2-73E0EE5B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05508-FB01-DECA-667B-8A648FAB6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F48EE-469A-6438-91D0-10042B611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1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A9735-066A-3C1B-8A76-6590D149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504B2D-C190-CBE3-04FA-749F1FCF9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1EB1F-2A61-66D9-E968-E4C9EBCB8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9E8E7-7468-092C-C393-6BBEB4EC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01A31-E10C-2FF6-668E-C7355EB0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FA55E-AD75-EF67-C93E-915CEA50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1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ED27-DCEA-2DDD-E362-6490257B0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4F0DB-68EA-3E2F-11EF-3B703E184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D3613-000B-C9C3-32E4-1668D9B0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D4487-577A-8175-4205-2582E436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2D6BC-0D52-8D31-5EC6-AB4BD0B4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3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DE740-265C-0E08-93F3-41C6F2614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BAAB1-B88B-1592-78EF-46C436D79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1B240-11CB-0A8D-3312-505D4E3F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C8358-0ED1-8C29-05A6-DE656E0B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C79FF-9C65-B488-9CDB-48648BE3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1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D4505-35DF-9192-16DC-012680E2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7F5C6-E1DB-FF03-8C6F-EEC56DBAB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25CBD-2A51-9202-4505-587DEDE76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095BF-0A1D-E84D-BA81-FDB47B2B55C3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6C75E-72C3-6B5C-2A8F-3472C451B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F2AAB-D2BC-F63A-C0F4-3BF999997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51314-618F-D640-977F-41DDB1679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9281-C100-5463-59BF-877A97ED7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7DE36-DC33-CFA7-1A5C-16442C8905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1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2026-04-10T11:18:42Z</dcterms:created>
  <dcterms:modified xsi:type="dcterms:W3CDTF">2026-04-10T11:19:16Z</dcterms:modified>
</cp:coreProperties>
</file>